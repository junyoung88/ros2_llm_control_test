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PETSE 논문 개정 대응</a:t>
            </a:r>
          </a:p>
          <a:p>
            <a:r>
              <a:rPr sz="1800" b="1">
                <a:solidFill>
                  <a:srgbClr val="2A9D8F"/>
                </a:solidFill>
                <a:latin typeface="Malgun Gothic"/>
              </a:rPr>
              <a:t>이동로봇 실행 계층 방어: 센서 스푸핑·TOCTOU 공격에 대한 지속 런타임 재검증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IEEE TII (TII-26-3091) 리젝트 (2026-07) → NDSS(보안 학회) 제출 준비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핵심 질문: 리뷰어 지적을 실험으로 어떻게 대응했는가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구성:  ① 리뷰어 6대 지적  →  ② 대응 실험 설계  →  ③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55F66"/>
                </a:solidFill>
                <a:latin typeface="Malgun Gothic"/>
              </a:rPr>
              <a:t>조준영 · 지도교수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algun Gothic"/>
              </a:rPr>
              <a:t>받은 리뷰 (TII)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리뷰어 1 — 신규성·엄밀성·위협모델 전반 지적 (리젝트 주도)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2471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① 신규성 제한 — geofencing·불확실성 팽창·braking·런타임 모니터링의 조합, 근본적 새 프레임워크 아님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② additive safety margin이 보수적 — tracking error·localization·latency 결합효과를 이중계산할 수 있음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③ 결정론적 보장이 bounded-disturbance 가정(latency·velocity·deceleration·covariance)에 의존 — 실제 공격 시 미충족 가능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④ fail-stop은 fallback일 뿐 — 적대적 가정위반 하에서 견고한 안전 미제공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⑤ 사이버-물리 보안 약함 — 저수준 액추에이터·펌웨어 공격·PETSE 노드 자체 장악을 위협모델에 미포함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⑥ baseline 불공정 — CBF는 튜닝에 매우 민감, 파라미터 민감도·최적 보정 미제시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⑦ 실기 검증 제한 — 소수 trial·저속 단순 플랫폼·단순 금지구역 기하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⑧ 가장 중요한 위험목표 시나리오(S1)가 실기 하드웨어에서 미시연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⑨ 통계 엄밀성 부족 — 신뢰구간·유의성 검정·시드 간 분산 분석 없음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⑩ LLM은 대체로 동기부여용 — 일반 실행계층 공간 안전 모니터일 뿐 LLM 특화 기법 아님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받은 리뷰 (TII)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리뷰어 2 (긍정) · 리뷰어 3 (건설적)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Malgun Gothic"/>
              </a:rPr>
              <a:t>리뷰어 2 — 전반적으로 호의적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5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시뮬레이션+실기 검증, SoTA(SELP·CBF·SSM) 비교와 상세 ablation은 고무적, 잘 쓰인 논문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일부 문장 더 자연스럽게 재작성 · 표기/약어 일관성(예: 'ACML'→AMCL 오타) · ROS vs ROS2 혼용 정리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셋업·실험을 담은 GitHub 페이지 기대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Malgun Gothic"/>
              </a:rPr>
              <a:t>리뷰어 3 — 실행계층 baseline 부재 지적 + 6개 구체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(총평) 실행계층 방어 baseline 미인용 — 적응형 기하 모니터를 baseline으로 구현해 additive 불확실성 마진의 이점을 분리 권장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1. 운영자가 위험 파라미터 ε를 보수성 vs 가용성 사이에서 어떻게 선택?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2. S1: LLM이 위험목표 생성 거부 — 시도한 프롬프트 수·수동 대체목표 사용 여부 보고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3. Algorithm 1이 팽창 zone에 걸치는 경로도 거부 → 좁은 통로에서 잦은 오탐 우려, 명확화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4. 정적·고립 폴리곤 zone만; 다중 인접/시변 zone; 두 팽창 zone 중첩 시 마진합산이 차단 유발?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5. eq(3) envelope의 fitting 절차·다중 컨트롤러(DWB vs pure pursuit)·지형 검증 없음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6. fail-stop이 로봇을 통로에 방치·복구 불가 상태로 만들 수 있음 — 해결책은?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1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A2A33"/>
                </a:solidFill>
                <a:latin typeface="Malgun Gothic"/>
              </a:rPr>
              <a:t>리뷰 → 대응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실제 지적별 대응 (대부분 이번 개정에서 실험 완료)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347472"/>
          </a:xfrm>
          <a:prstGeom prst="rect">
            <a:avLst/>
          </a:prstGeom>
          <a:solidFill>
            <a:srgbClr val="1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</a:rPr>
              <a:t>리뷰어 지적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252728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</a:rPr>
              <a:t>대응 실험 / 조치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1252728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581912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R1-⑨ 통계(CI·유의성·시드분산)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600200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20시드·Wilson CI·McNemar+Holm·시드별 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1600200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79676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R1-⑥/R3 CBF 공정성·튜닝 민감도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979676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CBF-Adaptive baseline + 파라미터 민감도 sweep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1979676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2340864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9152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R1-⑤ 위협모델(액추에이터·펌웨어·PETSE노드)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TCB·fail-closed 논거 + A1 명시 (금일 보강)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359152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38628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R1-④/R3-6 fail-stop 견고성·복구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738628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fail-closed + safe-hold 자동복구 실험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2738628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3099816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18104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R1-② additive 마진 이중계산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118104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RSS vs additive Monte-Carlo (보수성 33% 정량화)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3118104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97580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R1-⑩/R2 LLM 위치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497580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LLM-enabled 제거 → 일반 실행계층으로 재포지셔닝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3497580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3858768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77056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R3-1 ε 선택 가이드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877056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교차채널 탐지기 ROC-AUC + 동작점 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3877056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56532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R3-3 좁은 통로 오탐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256532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좁은 통로 멀티시드·멀티방법 실험 (금일)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4256532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617720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636008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R3-4 인접·중첩 zone / 마진 중첩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636008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기하 sweep(multi-zone) + 중첩 마진 (금일)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4636008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015484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R3-5 컨트롤러 일반화(DWB vs RPP)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015484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envelope 컨트롤러-불변성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5015484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376672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94960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R3-총평 실행계층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394960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RoboGuard(승인계층) 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5394960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2A9D8F"/>
                </a:solidFill>
                <a:latin typeface="Malgun Gothic"/>
              </a:rPr>
              <a:t>완료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774436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R1-⑧·⑦ / R3-2 S1 실기·프롬프트 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774436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실기 하드웨어 검증 + 프롬프트 시도수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5774436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D68A10"/>
                </a:solidFill>
                <a:latin typeface="Malgun Gothic"/>
              </a:rPr>
              <a:t>예정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135624"/>
            <a:ext cx="12191695" cy="379476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153912"/>
            <a:ext cx="493776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R2 GitHub·표기·ROS2 일관성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6153912"/>
            <a:ext cx="530352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1A2A33"/>
                </a:solidFill>
                <a:latin typeface="Malgun Gothic"/>
              </a:rPr>
              <a:t>오픈소스 공개 + 표기/약어 정리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153912"/>
            <a:ext cx="91440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D68A10"/>
                </a:solidFill>
                <a:latin typeface="Malgun Gothic"/>
              </a:rPr>
              <a:t>예정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Malgun Gothic"/>
              </a:rPr>
              <a:t>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PETSE란 무엇이고, 왜 개정이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2A33"/>
                </a:solidFill>
                <a:latin typeface="Malgun Gothic"/>
              </a:rPr>
              <a:t>•  PETSE = 이동로봇용 '실행 계층(execution-layer) geofence' — 목표 승인 후에도 실행 중 지속적으로 재검증하여 금지구역 진입을 원천 차단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A2A33"/>
                </a:solidFill>
                <a:latin typeface="Malgun Gothic"/>
              </a:rPr>
              <a:t>–  기존 방법: 계획/승인 시점에만 검사 → 승인 후(TOCTOU)·스푸핑 공격에 무방비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A2A33"/>
                </a:solidFill>
                <a:latin typeface="Malgun Gothic"/>
              </a:rPr>
              <a:t>–  PETSE: 실행 시점에 위치·경로·교차채널(AMCL vs odom)을 재검증 → 승인을 실시간 취소(fail-stop)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algun Gothic"/>
              </a:rPr>
              <a:t>•  TII 리젝트 (2026-07): 아이디어는 인정하나 '실험적 엄밀성·현실성' 지적 → NDSS(보안) 목표로 위협·방어 중심 재프레이밍 + 실험 보강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0"/>
            <a:ext cx="12191695" cy="155448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Malgun Gothic"/>
              </a:rPr>
              <a:t>위협 모델 (4개 시나리오)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33"/>
                </a:solidFill>
                <a:latin typeface="Malgun Gothic"/>
              </a:rPr>
              <a:t>S1 금지구역 목표  ·  S2 경로 통과  ·  S3 살라미(점진)  ·  S4 스푸핑/TOCTOU 공격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33"/>
                </a:solidFill>
                <a:latin typeface="Malgun Gothic"/>
              </a:rPr>
              <a:t>가정: odometry 채널 + 모니터 연산은 비탈취(A1) — 그 이상은 물리 HW 안전채널(범위 밖)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실행 계층 재검증이 핵심 기여 — 리뷰어 지적은 이를 '얼마나 엄밀·현실적으로 입증했나'에 집중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Malgun Gothic"/>
              </a:rPr>
              <a:t>① 통계적 엄밀성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신뢰구간·유의성 검정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실험 설계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seeds 0–19 (20 반복), 총 2,794 trial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Wilson 95% CI, rule-of-three, McNemar 쌍대검정 + Holm-Bonferroni 보정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PETSE recall 100% [98.1, 100], FN=0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위반율(VR) 0/301 (rule-of-3 ≤ 1.0%)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F1 0.910 [0.880, 0.935]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최고 baseline (CBF-Adaptive) F1 0.519, recall 42%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모든 McNemar p &lt; 0.001 (Holm 후), 역전쌍 0</a:t>
            </a:r>
          </a:p>
        </p:txBody>
      </p:sp>
      <p:pic>
        <p:nvPicPr>
          <p:cNvPr id="7" name="Picture 6" descr="final_unified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26993"/>
            <a:ext cx="7040880" cy="38954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통계적으로 PETSE 우위가 유의 — CI·유의성 지적 해소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algun Gothic"/>
              </a:rPr>
              <a:t>적응형 공격 (NDSS 핵심)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방어를 아는 공격자: 협조 이중채널 스푸핑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왜 핵심인가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NDSS는 '방어 메커니즘을 아는 적응형 공격자'를 반드시 요구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PETSE의 방어 = 교차채널 감지(AMCL vs odom 불일치)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적응형 공격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감지를 무력화하려 LiDAR+odom을 동시 스푸핑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두 채널을 함께 위조해 교차채널 잔차를 목표 ε로 유지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 (ε 스윕)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잔차가 τc=0.95m 넘으면 침해 0 → 우아한 성능 저하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실시간 협조 불완전(잔차 +0.2~0.3m) → 회피엔 ε≲0.65 필요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= 로봇 온보드+odom까지 완전 장악(A1 범위 밖)이 전제</a:t>
            </a:r>
          </a:p>
        </p:txBody>
      </p:sp>
      <p:pic>
        <p:nvPicPr>
          <p:cNvPr id="7" name="Picture 6" descr="coord_epsil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483" y="1234440"/>
            <a:ext cx="6966314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적응형 공격도 온보드 완전 장악 없이는 회피 불가 — '이미 이긴 공격자'만 성공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algun Gothic"/>
              </a:rPr>
              <a:t>공격자 능력 (NDSS 위협모델)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각 공격에 필요한 장악 수준 — PETSE 방어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공격 사다리 (하 → 상)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S1/S2 목표 주입: 명령 입력만 (LLM/오퍼레이터 채널)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S3 파라미터 변조: 네트워크 발판(설정 접근)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S4 cmd_vel 주입: ROS/DDS 퍼블리시 (동일 도메인)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LiDAR 스푸핑: 물리적 가시선(SW 침투 불필요)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실증 (§III)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ROS2 기본 Fast-DDS = 무인증 → 임의 프로세스가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  /cmd_vel 주입 가능 (도메인 격리 실험서 확인)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범위 밖 (A1)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협조 LiDAR+odom = 온보드 완전 장악 (기능안전 영역)</a:t>
            </a:r>
          </a:p>
        </p:txBody>
      </p:sp>
      <p:pic>
        <p:nvPicPr>
          <p:cNvPr id="7" name="Picture 6" descr="attack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03818"/>
            <a:ext cx="7040879" cy="35418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PETSE는 1~4단계(명령·네트워크·DDS·물리 스푸핑)를 실행계층에서 차단 — 온보드 완전장악만 범위 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④ 좁은 통로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실험 설정: 양측 대칭 금지구역으로 안전폭 스윕</a:t>
            </a:r>
          </a:p>
        </p:txBody>
      </p:sp>
      <p:pic>
        <p:nvPicPr>
          <p:cNvPr id="6" name="Picture 5" descr="narrow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32" y="1234440"/>
            <a:ext cx="9903655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5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y=±h 대칭 금지구역이 y=0 통로를 위·아래로 압박 → 안전폭 = 2(h − M), 마진 M≈0.55 m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A2A33"/>
                </a:solidFill>
                <a:latin typeface="Malgun Gothic"/>
              </a:rPr>
              <a:t>–  안전폭을 1.2 m(안전) → 0.6 m(경계) → 0.0 m(통과불가)로 조절, 각 3방법 × 5시드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안전~통과불가를 연속으로 스윕해 '과잉차단 vs 올바른 차단'을 동시에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④ 좁은 통로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좁은 통로 결과 (멀티시드·멀티방법)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리뷰어 우려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정지시켜 길을 막아 정상 통행을 방해하지 않나?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안전폭 1.2m: PETSE 5/5 통과 (과잉차단 0)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통과불가(마진 겹침): PETSE 5/5 정지 (유일)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동일 0.55m 마진의 CBF는 point-goal이라 5/5 밀고 통과</a:t>
            </a:r>
          </a:p>
        </p:txBody>
      </p:sp>
      <p:pic>
        <p:nvPicPr>
          <p:cNvPr id="7" name="Picture 6" descr="narrow_corr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592" y="1234440"/>
            <a:ext cx="6486095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판별자는 마진 크기가 아니라 경로·실행 인지 — 안전은 통과, 불가는 차단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Malgun Gothic"/>
              </a:rPr>
              <a:t>④ 일반화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금지구역 기하 일반화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실험 설계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동일 맵에서 금지구역 기하 변형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compact / shifted / wide-thin / multi-zone × 3 seeds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no_guard: 모든 기하에서 12/12 침해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PETSE: 모든 기하에서 0/12 침해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PETSE의 0% 위반율이 기하에 무관하게 일반화</a:t>
            </a:r>
          </a:p>
        </p:txBody>
      </p:sp>
      <p:pic>
        <p:nvPicPr>
          <p:cNvPr id="7" name="Picture 6" descr="geom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259" y="1234440"/>
            <a:ext cx="6500762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특정 형상에 과적합 아님 — 다양한 금지구역 기하에서 일관되게 차단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④ 현실성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물리적으로 현실적인 제한 시야(FoV) 스푸핑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리뷰어 우려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이상적 360° 전면 스캔 교체는 비현실적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실험 설계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스푸퍼 시야를 360→180→90→45°로 제한 (×3 seeds)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FoV↓ → AMCL 변위 단조 붕괴 (d_abs 1.00→0.30)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≤180°: 실제 빔이 AMCL을 고정 → 공격 무력화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모든 FoV에서 침해 0/3 (강할 땐 PETSE가 탐지)</a:t>
            </a:r>
          </a:p>
        </p:txBody>
      </p:sp>
      <p:pic>
        <p:nvPicPr>
          <p:cNvPr id="7" name="Picture 6" descr="realism_fov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95520"/>
            <a:ext cx="7040880" cy="4358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공격 강도는 이상화 산물 — 현실적 스푸핑은 AMCL 다중빔 융합이 방어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Malgun Gothic"/>
              </a:rPr>
              <a:t>⑤ 탐지기 동작점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교차채널 탐지기 ROC · ε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리뷰어 우려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임계값(ε/τc) 선택 근거·동작점 제시 필요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실험 설계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AMCL-odom 교차채널 잔차 기반 탐지기 ROC 산출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CUSUM(누적) vs memoryless(순간) 비교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ROC-AUC로 동작점 정량화 → τc=0.95m 근거 제시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청정 오탐 없이 스푸핑 분리 가능한 마진 확인</a:t>
            </a:r>
          </a:p>
        </p:txBody>
      </p:sp>
      <p:pic>
        <p:nvPicPr>
          <p:cNvPr id="7" name="Picture 6" descr="detector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45145"/>
            <a:ext cx="7040880" cy="32591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임계값 선택을 ROC로 정당화 — 동작점 가이드 제공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algun Gothic"/>
              </a:rPr>
              <a:t>핵심 보안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스푸핑 카메라-하이잭 — 계획 계층은 전부 뚫림, PETSE만 차단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위협 (NDSS 핵심)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탈취된 로봇이 카메라로 기밀 구역 촬영 시도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map-consistent 스푸핑이 AMCL을 +Y로 위조 →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진짜 로봇을 −Y 금지구역으로 유도 (승인 후 TOCTOU)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baseline = 계획 계층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CBF/SSM: 실행 시점 재검증 없음 (논문 논지)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 (5시드 × 4방법, warehouse)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C0392B"/>
                </a:solidFill>
                <a:latin typeface="Malgun Gothic"/>
              </a:rPr>
              <a:t>–  No Guard·SELP·CBF: 5/5 구역 침입(FN)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–  PETSE: 0/5 — 교차채널 런타임 재검증 fail-stop</a:t>
            </a:r>
          </a:p>
        </p:txBody>
      </p:sp>
      <p:pic>
        <p:nvPicPr>
          <p:cNvPr id="7" name="Picture 6" descr="fig_wh_hij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25505"/>
            <a:ext cx="6766560" cy="38984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실행 계층 재검증이 승인 후 스푸핑 공격을 유일하게 차단 — NDSS 핵심 보안 기여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① 가정 위반 (R1-③)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선언된 속도 상한을 넘기는 공격 — 실행시점 재검증의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리뷰어 지적 (R1-③)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마진이 v_max·τ 가정에 의존 → 가정 위반 시 무력화?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공격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cmd_vel 주입으로 과속 (선언 v_max=0.5 → 실주행 1.5 m/s, 3×)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베이스라인: 반응형 고정마진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선언 v_max 신뢰 → 고정 0.55m 버퍼 (전방예측 없음)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제동거리(½v²/a) &gt; 0.55m → 오버슈트하여 마진 침해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PETSE 대응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실행시점 재검증 + 실측 속도(95th pctile)로 마진 재계산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 (각 5시드, 이격거리)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C0392B"/>
                </a:solidFill>
                <a:latin typeface="Malgun Gothic"/>
              </a:rPr>
              <a:t>–  반응형 고정마진: 안전마진(0.55m) 5/5 침해 (이격 ≤0.29m)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C0392B"/>
                </a:solidFill>
                <a:latin typeface="Malgun Gothic"/>
              </a:rPr>
              <a:t>–    → 로봇 몸체가 이미 금지구역 침범, 중심진입 2/5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–  PETSE: 0/5 침해, 2.2m 이격 유지</a:t>
            </a:r>
          </a:p>
        </p:txBody>
      </p:sp>
      <p:pic>
        <p:nvPicPr>
          <p:cNvPr id="7" name="Picture 6" descr="fig_velvi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73855"/>
            <a:ext cx="6766559" cy="40017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선언 v_max 신뢰 고정마진은 과속에 자기 안전마진을 5/5 전부 침해 — PETSE만 이격 유지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68A10"/>
                </a:solidFill>
                <a:latin typeface="Malgun Gothic"/>
              </a:rPr>
              <a:t>③ 시변 금지구역 (R3-4)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주행 중 활성화되는 금지구역 — 승인 시점 방식의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D68A10"/>
                </a:solidFill>
                <a:latin typeface="Malgun Gothic"/>
              </a:rPr>
              <a:t>•  리뷰어 지적 (R3-4)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금지구역이 시간에 따라 변하면? (동적 안전영역)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•  시나리오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목표 (6.5,0)를 빈 경로에서 승인 → 주행 시작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로봇이 x∈[0.5,2.8] 통과 시 외부에서 zone 활성화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  (/petse/inject_zone, 승인 이후 = TOCTOU)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A9D8F"/>
                </a:solidFill>
                <a:latin typeface="Malgun Gothic"/>
              </a:rPr>
              <a:t>•  결과 (각 5시드)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C0392B"/>
                </a:solidFill>
                <a:latin typeface="Malgun Gothic"/>
              </a:rPr>
              <a:t>–  No Guard·SELP: 승인 시점만 검사 → 5/5 진입</a:t>
            </a:r>
          </a:p>
          <a:p>
            <a:pPr lvl="1">
              <a:spcAft>
                <a:spcPts val="7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–  PETSE: 연속 재검증으로 활성화 즉시 fail-stop 0/5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(스푸핑 없는 시나리오 → 가드형 CBF도 0/5 방어;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1A2A33"/>
                </a:solidFill>
                <a:latin typeface="Malgun Gothic"/>
              </a:rPr>
              <a:t>–   하이잭과 달리 교차채널 감지 불필요)</a:t>
            </a:r>
          </a:p>
        </p:txBody>
      </p:sp>
      <p:pic>
        <p:nvPicPr>
          <p:cNvPr id="7" name="Picture 6" descr="fig_tv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25505"/>
            <a:ext cx="6766560" cy="38984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승인 시점 검사만으론 시변 금지구역 방어 불가 — 연속 재검증(PETSE)이 핵심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algun Gothic"/>
              </a:rPr>
              <a:t>심화 질문 (예상 리뷰)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"이미 침투했으면 PETSE를 끄면 되지 않나?"</a:t>
            </a:r>
          </a:p>
        </p:txBody>
      </p:sp>
      <p:pic>
        <p:nvPicPr>
          <p:cNvPr id="6" name="Picture 5" descr="tcb_fail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87197"/>
            <a:ext cx="6766560" cy="3809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280160"/>
            <a:ext cx="4663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Malgun Gothic"/>
              </a:rPr>
              <a:t>•  판별선 = TCB 장악 여부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'로봇 침투' = 보통 내비 스택 장악 ≠ PETSE 코어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PETSE는 분리된 작은 신뢰 코어로 감시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•  끄기는 우회가 아님 (fail-closed)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가드가 모터 토픽의 유일 게이트웨이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끄면 → cmd_vel_safe 끊김 → 로봇 정지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워치독: PETSE 무효 → 구동 차단 (dead-man)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진입하려면 켜둔 채 속여야 → 교차채널 감지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D68A10"/>
                </a:solidFill>
                <a:latin typeface="Malgun Gothic"/>
              </a:rPr>
              <a:t>•  정직한 범위 밖 (A1)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안전 컨트롤러 물리 장악 / 모터 재배선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A2A33"/>
                </a:solidFill>
                <a:latin typeface="Malgun Gothic"/>
              </a:rPr>
              <a:t>–  기능안전 표준(PLC·light curtain) 영역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끄면 정지 · 진입하려면 켜둔 채 속여야 함 → '그냥 끄기'는 자멸적 (논문 §III A1에 fail-closed 논거 보강)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1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A2A33"/>
                </a:solidFill>
                <a:latin typeface="Malgun Gothic"/>
              </a:rPr>
              <a:t>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1A2A33"/>
                </a:solidFill>
                <a:latin typeface="Malgun Gothic"/>
              </a:rPr>
              <a:t>결과 요약 — 모든 지적에 실험적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A9D8F"/>
                </a:solidFill>
                <a:latin typeface="Malgun Gothic"/>
              </a:rPr>
              <a:t>•  정량 헤드라인 (20 seeds)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PETSE recall 100% · FN 0 · VR 0/301 · F1 0.910  vs  최고 baseline F1 0.519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모든 McNemar p&lt;0.001 (Holm), 역전쌍 0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A9D8F"/>
                </a:solidFill>
                <a:latin typeface="Malgun Gothic"/>
              </a:rPr>
              <a:t>•  강건성·현실성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좁은 통로: 안전 통과 + 통과불가 차단 (판별자=경로·실행 인지)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기하 일반화 0/12 · 제한 FoV 스푸핑 침해 0/모든 FoV · 협조공격 ε≲0.65만 회피(범위 밖)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스푸핑 하이잭(warehouse, 5시드): 계획 계층(No Guard·SELP·CBF) 5/5 침입, PETSE 0/5 (유일 차단)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Malgun Gothic"/>
              </a:rPr>
              <a:t>•  NDSS 공격 확장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공격자 능력 사다리 + DDS 무인증 /cmd_vel 주입 실증(§III)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가정 위반(R1-③, 속도상한 초과): 반응형 고정마진 안전마진 5/5 침해, PETSE 0/5(2.2m 이격) · 시변 금지구역(R3-4): 승인시점 방식 5/5 진입, PETSE 0/5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68A10"/>
                </a:solidFill>
                <a:latin typeface="Malgun Gothic"/>
              </a:rPr>
              <a:t>•  남은 과제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1A2A33"/>
                </a:solidFill>
                <a:latin typeface="Malgun Gothic"/>
              </a:rPr>
              <a:t>–  S1 실기 하드웨어 검증 (현재 Gazebo 고정밀 재현으로 대체)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결론:  TII 지적 대부분 실험 완료 · S1 실기 예정 → NDSS 제출 준비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2A9D8F"/>
                </a:solidFill>
                <a:latin typeface="Malgun Gothic"/>
              </a:rP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•  PETSE의 기여 = 실행 계층의 지속적 재검증 (승인 후 공격을 실시간 취소)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•  리뷰어 지적을 통계·baseline·위협모델·현실성·동작점 실험으로 정면 대응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•  원래 warehouse 맵에서 '정상 통행 보존 + 스푸핑/TOCTOU 공격 차단'을 입증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